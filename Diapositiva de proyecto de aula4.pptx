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 Tight" panose="020B0604020202020204" charset="0"/>
      <p:regular r:id="rId14"/>
    </p:embeddedFont>
    <p:embeddedFont>
      <p:font typeface="Agrandir Tigh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2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TextBox 3"/>
          <p:cNvSpPr txBox="1"/>
          <p:nvPr/>
        </p:nvSpPr>
        <p:spPr>
          <a:xfrm>
            <a:off x="482997" y="3982621"/>
            <a:ext cx="7770679" cy="115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8"/>
              </a:lnSpc>
            </a:pPr>
            <a:r>
              <a:rPr lang="en-US" sz="6863" b="1" dirty="0">
                <a:solidFill>
                  <a:srgbClr val="004AAD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Sistema de </a:t>
            </a:r>
            <a:r>
              <a:rPr lang="en-US" sz="6863" b="1" dirty="0" err="1">
                <a:solidFill>
                  <a:srgbClr val="004AAD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Papelería</a:t>
            </a:r>
            <a:endParaRPr lang="en-US" sz="6863" b="1" dirty="0">
              <a:solidFill>
                <a:srgbClr val="004AAD"/>
              </a:solidFill>
              <a:latin typeface="Agrandir Tight Bold"/>
              <a:ea typeface="Agrandir Tight Bold"/>
              <a:cs typeface="Agrandir Tight Bold"/>
              <a:sym typeface="Agrandir T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1751" y="5084649"/>
            <a:ext cx="7393171" cy="113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8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71751" y="8371539"/>
            <a:ext cx="7393171" cy="88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8"/>
              </a:lnSpc>
            </a:pPr>
            <a:r>
              <a:rPr lang="en-US" sz="4463" b="1" dirty="0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2026-1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404AB5-6153-D29D-6C47-85AAAC9F7CE9}"/>
              </a:ext>
            </a:extLst>
          </p:cNvPr>
          <p:cNvSpPr txBox="1"/>
          <p:nvPr/>
        </p:nvSpPr>
        <p:spPr>
          <a:xfrm>
            <a:off x="8686800" y="465813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B3217C-15A5-B162-21EE-E320909BE855}"/>
              </a:ext>
            </a:extLst>
          </p:cNvPr>
          <p:cNvSpPr txBox="1"/>
          <p:nvPr/>
        </p:nvSpPr>
        <p:spPr>
          <a:xfrm>
            <a:off x="8686800" y="465813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38E1BBB-265B-3788-E546-3634B50B01FF}"/>
              </a:ext>
            </a:extLst>
          </p:cNvPr>
          <p:cNvSpPr txBox="1"/>
          <p:nvPr/>
        </p:nvSpPr>
        <p:spPr>
          <a:xfrm>
            <a:off x="8253676" y="4658139"/>
            <a:ext cx="1347524" cy="63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19BE20-4295-3168-AD2C-BAE8E43654E9}"/>
              </a:ext>
            </a:extLst>
          </p:cNvPr>
          <p:cNvSpPr txBox="1"/>
          <p:nvPr/>
        </p:nvSpPr>
        <p:spPr>
          <a:xfrm>
            <a:off x="381000" y="5192728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grandir Tight Bold" panose="020B0604020202020204" charset="0"/>
              </a:rPr>
              <a:t>Integrantes:</a:t>
            </a:r>
          </a:p>
          <a:p>
            <a:endParaRPr lang="es-MX" dirty="0">
              <a:latin typeface="Agrandir Tight Bold" panose="020B0604020202020204" charset="0"/>
            </a:endParaRPr>
          </a:p>
          <a:p>
            <a:r>
              <a:rPr lang="es-CO" dirty="0">
                <a:latin typeface="Agrandir Tight Bold" panose="020B0604020202020204" charset="0"/>
              </a:rPr>
              <a:t>Luis Eduardo Cantillo Torrez</a:t>
            </a:r>
          </a:p>
          <a:p>
            <a:r>
              <a:rPr lang="es-CO" dirty="0">
                <a:latin typeface="Agrandir Tight Bold" panose="020B0604020202020204" charset="0"/>
              </a:rPr>
              <a:t>Elías David Castilla Rodríguez</a:t>
            </a:r>
          </a:p>
          <a:p>
            <a:r>
              <a:rPr lang="es-MX" dirty="0">
                <a:latin typeface="Agrandir Tight Bold" panose="020B0604020202020204" charset="0"/>
              </a:rPr>
              <a:t>Geiser Eduardo Gómez Ávila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1066800" y="3786417"/>
            <a:ext cx="15891968" cy="4323752"/>
            <a:chOff x="0" y="0"/>
            <a:chExt cx="12493796" cy="3399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93796" cy="3399206"/>
            </a:xfrm>
            <a:custGeom>
              <a:avLst/>
              <a:gdLst/>
              <a:ahLst/>
              <a:cxnLst/>
              <a:rect l="l" t="t" r="r" b="b"/>
              <a:pathLst>
                <a:path w="12493796" h="3399206">
                  <a:moveTo>
                    <a:pt x="0" y="0"/>
                  </a:moveTo>
                  <a:lnTo>
                    <a:pt x="12493796" y="0"/>
                  </a:lnTo>
                  <a:lnTo>
                    <a:pt x="12493796" y="3399206"/>
                  </a:lnTo>
                  <a:lnTo>
                    <a:pt x="0" y="339920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2493796" cy="34754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just">
                <a:lnSpc>
                  <a:spcPts val="5291"/>
                </a:lnSpc>
              </a:pP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El Sistema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Gestión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Papelería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es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una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aplicación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desarrollada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Java bajo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el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paradigma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Programación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Orientada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a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Objetos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(POO).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Permite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administrar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el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inventario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productos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, registrar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ventas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y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generar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reportes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,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aplicando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principios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encapsulación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,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modularidad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y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separación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de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responsabilidades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en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7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clases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 bien </a:t>
              </a:r>
              <a:r>
                <a:rPr lang="en-US" sz="4800" dirty="0" err="1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definidas</a:t>
              </a:r>
              <a:r>
                <a:rPr lang="en-US" sz="4800" dirty="0">
                  <a:solidFill>
                    <a:srgbClr val="000000"/>
                  </a:solidFill>
                  <a:latin typeface="Agrandir Tight"/>
                  <a:ea typeface="Agrandir Tight"/>
                  <a:cs typeface="Agrandir Tight"/>
                  <a:sym typeface="Agrandir Tight"/>
                </a:rPr>
                <a:t>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53021" y="493896"/>
            <a:ext cx="14781957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30"/>
              </a:lnSpc>
            </a:pPr>
            <a:r>
              <a:rPr lang="en-US" sz="7725" b="1" dirty="0" err="1">
                <a:solidFill>
                  <a:schemeClr val="bg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Introducción</a:t>
            </a:r>
            <a:endParaRPr lang="en-US" sz="7725" b="1" dirty="0">
              <a:solidFill>
                <a:schemeClr val="bg1"/>
              </a:solidFill>
              <a:latin typeface="Agrandir Tight Bold"/>
              <a:ea typeface="Agrandir Tight Bold"/>
              <a:cs typeface="Agrandir Tight Bold"/>
              <a:sym typeface="Agrandir Tigh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447800" y="3238500"/>
            <a:ext cx="10524594" cy="449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Las papelerías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pequeñas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carecen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herramientas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digitales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para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controlar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inventario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registrar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generando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pérdidas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por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desorganización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mal control de stock.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620" y="1774798"/>
            <a:ext cx="16536601" cy="100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3"/>
              </a:lnSpc>
            </a:pPr>
            <a:r>
              <a:rPr lang="en-US" sz="58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Descripción de </a:t>
            </a:r>
            <a:r>
              <a:rPr lang="en-US" sz="5826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problema</a:t>
            </a:r>
            <a:r>
              <a:rPr lang="en-US" sz="58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553589"/>
            <a:ext cx="18288000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30"/>
              </a:lnSpc>
            </a:pPr>
            <a:r>
              <a:rPr lang="en-US" sz="7725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Problema</a:t>
            </a:r>
            <a:r>
              <a:rPr lang="en-US" sz="7725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838200" y="1265739"/>
            <a:ext cx="166116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83"/>
              </a:lnSpc>
            </a:pPr>
            <a:r>
              <a:rPr lang="en-US" sz="58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Árbol de </a:t>
            </a:r>
            <a:r>
              <a:rPr lang="en-US" sz="5826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problema</a:t>
            </a:r>
            <a:r>
              <a:rPr lang="en-US" sz="58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936F5A-4E5B-4106-18CA-C7BC5D61F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99914"/>
            <a:ext cx="11412511" cy="73879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3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17259300" y="9153525"/>
            <a:ext cx="152400" cy="2571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869" y="395288"/>
            <a:ext cx="403118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en-US" sz="6000" b="1" spc="-120">
                <a:solidFill>
                  <a:srgbClr val="FFFFF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Roles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1437" y="988516"/>
            <a:ext cx="165366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3"/>
              </a:lnSpc>
            </a:pPr>
            <a:r>
              <a:rPr lang="en-US" sz="5826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Justificación</a:t>
            </a:r>
            <a:endParaRPr lang="en-US" sz="5826" b="1" dirty="0">
              <a:solidFill>
                <a:srgbClr val="0D0172"/>
              </a:solidFill>
              <a:latin typeface="Agrandir Tight Bold"/>
              <a:ea typeface="Agrandir Tight Bold"/>
              <a:cs typeface="Agrandir Tight Bold"/>
              <a:sym typeface="Agrandir Tigh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9200" y="2461861"/>
            <a:ext cx="10524594" cy="6311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desarrollo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este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sistema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permite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aplicar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los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principios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la POO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un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contexto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real,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optimizando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procesos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una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papelería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mediante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automatización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del control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inventario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registro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generación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reportes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reduciendo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errores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humanos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mejorando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la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toma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decisiones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TextBox 3"/>
          <p:cNvSpPr txBox="1"/>
          <p:nvPr/>
        </p:nvSpPr>
        <p:spPr>
          <a:xfrm>
            <a:off x="17259300" y="9153525"/>
            <a:ext cx="152400" cy="2571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9008" y="359433"/>
            <a:ext cx="165366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3"/>
              </a:lnSpc>
            </a:pPr>
            <a:r>
              <a:rPr lang="en-US" sz="6000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Objetivos</a:t>
            </a:r>
            <a:r>
              <a:rPr lang="en-US" sz="3200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5699" y="1220776"/>
            <a:ext cx="165366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3"/>
              </a:lnSpc>
            </a:pPr>
            <a:r>
              <a:rPr lang="en-US" sz="6000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General</a:t>
            </a:r>
            <a:r>
              <a:rPr lang="en-US" sz="3200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463" y="5730591"/>
            <a:ext cx="16536601" cy="78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3"/>
              </a:lnSpc>
            </a:pPr>
            <a:r>
              <a:rPr lang="en-US" sz="4400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Específicos</a:t>
            </a:r>
            <a:r>
              <a:rPr lang="en-US" sz="4400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5935" y="1914062"/>
            <a:ext cx="16764000" cy="354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s-ES" sz="4800" dirty="0"/>
              <a:t>Desarrollar una aplicación de escritorio mediante el lenguaje de programación java que permita la automatización de los procesos de inventario y ventas en la papelería el punto garantizando la integridad de la información mediante el uso de archivos planos.</a:t>
            </a:r>
            <a:endParaRPr lang="es-CO" sz="4800" dirty="0"/>
          </a:p>
        </p:txBody>
      </p:sp>
      <p:sp>
        <p:nvSpPr>
          <p:cNvPr id="8" name="TextBox 8"/>
          <p:cNvSpPr txBox="1"/>
          <p:nvPr/>
        </p:nvSpPr>
        <p:spPr>
          <a:xfrm>
            <a:off x="949008" y="6598029"/>
            <a:ext cx="171450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4800" dirty="0"/>
              <a:t>Codificar </a:t>
            </a:r>
            <a:r>
              <a:rPr lang="es-ES" sz="4800" dirty="0"/>
              <a:t>los módulos del software utilizando el lenguaje de programación java desarrollando las funcionalidades de autenticación de usuarios gestión de productos y calculo automático de transacciones comerciales</a:t>
            </a:r>
            <a:endParaRPr lang="en-US" sz="4800" spc="-35" dirty="0">
              <a:solidFill>
                <a:srgbClr val="000000"/>
              </a:solidFill>
              <a:latin typeface="Agrandir Tight"/>
              <a:ea typeface="Agrandir Tight"/>
              <a:cs typeface="Agrandir Tight"/>
              <a:sym typeface="Agrandir T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0" y="561193"/>
            <a:ext cx="18287999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30"/>
              </a:lnSpc>
            </a:pPr>
            <a:r>
              <a:rPr lang="en-US" sz="7725" b="1" dirty="0">
                <a:solidFill>
                  <a:schemeClr val="bg1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Estado del Arte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256043"/>
            <a:ext cx="17086071" cy="6532558"/>
          </a:xfrm>
          <a:prstGeom prst="rect">
            <a:avLst/>
          </a:prstGeom>
        </p:spPr>
        <p:txBody>
          <a:bodyPr wrap="square" lIns="91440" tIns="91440" rIns="91440" bIns="91440" rtlCol="0" anchor="t">
            <a:spAutoFit/>
          </a:bodyPr>
          <a:lstStyle/>
          <a:p>
            <a:pPr algn="just">
              <a:lnSpc>
                <a:spcPts val="5500"/>
              </a:lnSpc>
            </a:pPr>
            <a:r>
              <a:rPr lang="es-CO" sz="3800" b="1" dirty="0">
                <a:solidFill>
                  <a:srgbClr val="0D0172"/>
                </a:solidFill>
                <a:latin typeface="Agrandir Tight Bold"/>
              </a:rPr>
              <a:t>Arquitectura del Sistema:</a:t>
            </a:r>
          </a:p>
          <a:p>
            <a:pPr algn="just">
              <a:lnSpc>
                <a:spcPts val="5500"/>
              </a:lnSpc>
            </a:pPr>
            <a:r>
              <a:rPr lang="es-CO" sz="4800" dirty="0">
                <a:solidFill>
                  <a:srgbClr val="000000"/>
                </a:solidFill>
                <a:latin typeface="Agrandir Tight"/>
              </a:rPr>
              <a:t>El sistema sigue un modelo de capas: Presentación (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MenuPrincipal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, 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Papeleria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), Lógica (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GestionProductos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, Venta, 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DetalleVenta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), Datos (Producto) y Servicios (Reportes). Esta arquitectura facilita el mantenimiento y la escalabilidad del software.</a:t>
            </a:r>
          </a:p>
          <a:p>
            <a:pPr algn="just">
              <a:lnSpc>
                <a:spcPts val="5500"/>
              </a:lnSpc>
            </a:pPr>
            <a:r>
              <a:rPr lang="es-CO" sz="3800" b="1" dirty="0">
                <a:solidFill>
                  <a:srgbClr val="0D0172"/>
                </a:solidFill>
                <a:latin typeface="Agrandir Tight Bold"/>
              </a:rPr>
              <a:t>Clases principales:</a:t>
            </a:r>
          </a:p>
          <a:p>
            <a:pPr algn="just">
              <a:lnSpc>
                <a:spcPts val="5500"/>
              </a:lnSpc>
            </a:pP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Papeleria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 (clase principal), 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MenuPrincipal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 (interacción), Producto (entidad), 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GestionProductos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 (CRUD), Venta (proceso de venta), </a:t>
            </a:r>
            <a:r>
              <a:rPr lang="es-CO" sz="4800" dirty="0" err="1">
                <a:solidFill>
                  <a:srgbClr val="000000"/>
                </a:solidFill>
                <a:latin typeface="Agrandir Tight"/>
              </a:rPr>
              <a:t>DetalleVenta</a:t>
            </a:r>
            <a:r>
              <a:rPr lang="es-CO" sz="4800" dirty="0">
                <a:solidFill>
                  <a:srgbClr val="000000"/>
                </a:solidFill>
                <a:latin typeface="Agrandir Tight"/>
              </a:rPr>
              <a:t> (línea de venta), Reportes (informes).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5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2410962" y="635451"/>
            <a:ext cx="1279298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35"/>
              </a:lnSpc>
            </a:pPr>
            <a:r>
              <a:rPr lang="en-US" sz="6000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Metodología</a:t>
            </a:r>
            <a:r>
              <a:rPr lang="en-US" sz="62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0200" y="2171700"/>
            <a:ext cx="10524594" cy="540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aplica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metodología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orientada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objetos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: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análisis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requerimientos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diseño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clases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con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diagrama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UML,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implementación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Java con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encapsulación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composición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pruebas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funcionales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del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flujo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completo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: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inicio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menú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selección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proceso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resultado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2410962" y="635451"/>
            <a:ext cx="1279298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35"/>
              </a:lnSpc>
            </a:pPr>
            <a:r>
              <a:rPr lang="en-US" sz="6000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Resultados</a:t>
            </a:r>
            <a:r>
              <a:rPr lang="en-US" sz="62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33233"/>
            <a:ext cx="10524594" cy="540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sistema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permite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: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gestionar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productos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(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agregar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buscar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actualizar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stock,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eliminar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), registrar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con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cálculo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automático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totales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control de stock,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generar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reportes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inventario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Flujo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validado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: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Inicio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Menú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Selección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Proceso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→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Resultado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2410962" y="635451"/>
            <a:ext cx="1279298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35"/>
              </a:lnSpc>
            </a:pPr>
            <a:r>
              <a:rPr lang="en-US" sz="6000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Conclusiones</a:t>
            </a:r>
            <a:endParaRPr lang="en-US" sz="6000" b="1" dirty="0">
              <a:solidFill>
                <a:srgbClr val="0D0172"/>
              </a:solidFill>
              <a:latin typeface="Agrandir Tight Bold"/>
              <a:ea typeface="Agrandir Tight Bold"/>
              <a:cs typeface="Agrandir Tight Bold"/>
              <a:sym typeface="Agrandir T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8200" y="1562100"/>
            <a:ext cx="10524594" cy="722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sistema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implementa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exitosamente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los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principios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POO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Java. La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arquitectura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por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capas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garantiza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modularidad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mantenibilidad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 El control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automático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stock y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el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registro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ventas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resuelven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la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problemática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planteada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,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demostrando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que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la POO es ideal para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sistemas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de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gestión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 </a:t>
            </a:r>
            <a:r>
              <a:rPr lang="en-US" sz="4800" spc="-35" dirty="0" err="1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comercial</a:t>
            </a: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2410962" y="635451"/>
            <a:ext cx="12792980" cy="108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35"/>
              </a:lnSpc>
            </a:pPr>
            <a:r>
              <a:rPr lang="en-US" sz="6226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Referencias</a:t>
            </a:r>
            <a:r>
              <a:rPr lang="en-US" sz="6226" b="1" dirty="0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 </a:t>
            </a:r>
            <a:r>
              <a:rPr lang="en-US" sz="6226" b="1" dirty="0" err="1">
                <a:solidFill>
                  <a:srgbClr val="0D0172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Bibliográficas</a:t>
            </a:r>
            <a:endParaRPr lang="en-US" sz="6226" b="1" dirty="0">
              <a:solidFill>
                <a:srgbClr val="0D0172"/>
              </a:solidFill>
              <a:latin typeface="Agrandir Tight Bold"/>
              <a:ea typeface="Agrandir Tight Bold"/>
              <a:cs typeface="Agrandir Tight Bold"/>
              <a:sym typeface="Agrandir T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33233"/>
            <a:ext cx="10524594" cy="540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78"/>
              </a:lnSpc>
            </a:pPr>
            <a:r>
              <a:rPr lang="en-US" sz="4800" spc="-35" dirty="0">
                <a:solidFill>
                  <a:srgbClr val="000000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Deitel, P. &amp; Deitel, H. (2020). Java: How to Program. Pearson. Oracle Corporation (2024). Java SE Documentation. https://docs.oracle.com/en/java/ Gamma, E. et al. (1994). Design Patterns: Elements of Reusable OO Software. Addison-Wesley.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3281148" y="5120562"/>
            <a:ext cx="7818376" cy="198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4"/>
              </a:lnSpc>
            </a:pPr>
            <a:r>
              <a:rPr lang="en-US" sz="9945" b="1">
                <a:solidFill>
                  <a:srgbClr val="1B0B9F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516</Words>
  <Application>Microsoft Office PowerPoint</Application>
  <PresentationFormat>Personalizado</PresentationFormat>
  <Paragraphs>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Agrandir Tight Bold</vt:lpstr>
      <vt:lpstr>Agrandir Tight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Presentación P.A</dc:title>
  <dc:creator>BETSY RODRIGUEZ</dc:creator>
  <cp:lastModifiedBy>GEISER EDUARDO GÓMEZ ÁVILA</cp:lastModifiedBy>
  <cp:revision>6</cp:revision>
  <dcterms:created xsi:type="dcterms:W3CDTF">2006-08-16T00:00:00Z</dcterms:created>
  <dcterms:modified xsi:type="dcterms:W3CDTF">2026-05-22T14:06:19Z</dcterms:modified>
  <dc:identifier>DAHIRJBMLw0</dc:identifier>
</cp:coreProperties>
</file>